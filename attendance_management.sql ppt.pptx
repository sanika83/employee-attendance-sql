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50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9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19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16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07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39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32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4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86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258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52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4036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188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999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026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372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65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7356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6175" y="1028699"/>
            <a:ext cx="5457825" cy="957263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</a:br>
            <a:r>
              <a:rPr lang="en-US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Employee Attendance Management System</a:t>
            </a:r>
            <a:br>
              <a:rPr lang="en-US" dirty="0"/>
            </a:br>
            <a:endParaRPr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1C193EB-80E5-1948-0A81-D0D072A6B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2458"/>
            <a:ext cx="355758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A914E9-F051-3B52-21BC-620637E29356}"/>
              </a:ext>
            </a:extLst>
          </p:cNvPr>
          <p:cNvSpPr txBox="1"/>
          <p:nvPr/>
        </p:nvSpPr>
        <p:spPr>
          <a:xfrm>
            <a:off x="3686175" y="2868382"/>
            <a:ext cx="50474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 comprehensive SQL implementation for tracking employee attendance, check-in/check-out times, and generating detailed reports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6A8F5A7-03EA-A68D-FE64-BD1CB399B4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3444" y="1853248"/>
            <a:ext cx="835584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any organization, employee attendance plays a crucial role in productivity and performance evaluation.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attendance systems like registers are inefficient and prone to errors.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digital attendance system helps in storing, managing, and analyzing employee data efficiently.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demonstrates how SQL can be used to build an attendance management system.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br>
              <a:rPr lang="en-US" b="1" dirty="0"/>
            </a:b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E81CC69-FCCD-9156-A1A1-620F964CF1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7700" y="2072956"/>
            <a:ext cx="765793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attendance systems have several limitations: 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Time-consuming process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 to maintain records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chances of human error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to generate reports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need for a structured system to store and analyze attendance data effectively.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C9D0221-54F1-D9E3-DF94-AF7028883C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5780" y="2551837"/>
            <a:ext cx="63655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 structured database for employee attendance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store employee and department details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track daily attendance records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late check-ins and absentees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generate reports for decision-making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38397"/>
            <a:ext cx="6711654" cy="4195481"/>
          </a:xfrm>
        </p:spPr>
        <p:txBody>
          <a:bodyPr/>
          <a:lstStyle/>
          <a:p>
            <a:r>
              <a:rPr dirty="0"/>
              <a:t>Employees (1) ---- (M) Attendance</a:t>
            </a:r>
          </a:p>
          <a:p>
            <a:r>
              <a:rPr dirty="0" err="1"/>
              <a:t>emp_id</a:t>
            </a:r>
            <a:r>
              <a:rPr dirty="0"/>
              <a:t> is Primary Key</a:t>
            </a:r>
          </a:p>
          <a:p>
            <a:r>
              <a:rPr dirty="0" err="1"/>
              <a:t>emp_id</a:t>
            </a:r>
            <a:r>
              <a:rPr dirty="0"/>
              <a:t> in attendance is Foreign Key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F09737-098D-4A96-11B2-94FE42383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21" y="0"/>
            <a:ext cx="414527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Technologies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032179-F173-158F-5FE5-9FC2026F3A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6573" y="1145460"/>
            <a:ext cx="6711654" cy="4195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for database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(Structured Query Language)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for writing queries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Concepts used: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DDL (Data Definition Language)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DML (Data Manipulation Language)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Aggregate Functions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Overview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F22241-B5AE-9C33-F2EB-A5EB2F14F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8D18F7B-5AB0-3E9C-40B0-C315BD05B2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6573" y="1467709"/>
            <a:ext cx="6711654" cy="4195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Name: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employee_project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database contains 3 main tables: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Attendance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tables are connected using relationships (foreign keys)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Creation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67A659-5434-60A2-76C8-0E3C6A61B7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8856" y="2779656"/>
            <a:ext cx="708123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CREATE DATABASE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creates a new database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selects the database for operations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E437E5-AC14-D67A-25FF-C4643C3F9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93" y="1390049"/>
            <a:ext cx="4324403" cy="9263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9C643D-2A30-9AEA-315A-DB4317B459A9}"/>
              </a:ext>
            </a:extLst>
          </p:cNvPr>
          <p:cNvSpPr txBox="1"/>
          <p:nvPr/>
        </p:nvSpPr>
        <p:spPr>
          <a:xfrm>
            <a:off x="717754" y="3691842"/>
            <a:ext cx="47391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✅ Output:</a:t>
            </a:r>
          </a:p>
          <a:p>
            <a:r>
              <a:rPr lang="en-US" dirty="0"/>
              <a:t>Database </a:t>
            </a:r>
            <a:r>
              <a:rPr lang="en-US" b="1" dirty="0" err="1"/>
              <a:t>employee_project</a:t>
            </a:r>
            <a:r>
              <a:rPr lang="en-US" dirty="0"/>
              <a:t> created successfully </a:t>
            </a:r>
          </a:p>
          <a:p>
            <a:r>
              <a:rPr lang="en-US" dirty="0"/>
              <a:t>Database </a:t>
            </a:r>
            <a:r>
              <a:rPr lang="en-US" b="1" dirty="0" err="1"/>
              <a:t>employee_project</a:t>
            </a:r>
            <a:r>
              <a:rPr lang="en-US" b="1" dirty="0"/>
              <a:t> selected (in use)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Departments Table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9DC34B-B40C-AC3A-F8CA-1F8FC20405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4820" y="3774916"/>
            <a:ext cx="729217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departments table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used to store information about different departments in the organization.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acts 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master table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helps in organizing employees based on their departments.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6C3A24-6C04-D936-44CF-3C17FBCEF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38" y="1338826"/>
            <a:ext cx="3715268" cy="12580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8CAD22-1550-2362-AC8D-3843D3C45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906" y="1678972"/>
            <a:ext cx="3833306" cy="5962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C2179F-6811-8FE1-3DA4-06B002676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072" y="2927568"/>
            <a:ext cx="4336896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Employees Table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8BA649-DE00-BAC7-0B11-1C1DCF2BCA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1524" y="3197920"/>
            <a:ext cx="5333511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employee details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dept_id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links to departments table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relational integrity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774B6B-0159-BA5C-ADBE-740569EA9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15" y="1152983"/>
            <a:ext cx="4867954" cy="19910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A64472-0A0B-5E64-6266-B544ED0B7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223" y="3249736"/>
            <a:ext cx="4867954" cy="5791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705CD5-FFFD-5EDF-B395-6D545A2CE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2984" y="4488658"/>
            <a:ext cx="5309908" cy="9002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4DB77-8182-1986-E591-E0F1A9831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Attendance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B7E602-FF2E-906E-6248-23E80A9EC5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439" y="1353442"/>
            <a:ext cx="4696480" cy="2229161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6BF21E11-9644-548C-900C-FB65D77E6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97" y="3863377"/>
            <a:ext cx="431727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daily attendance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 can be Present / Absent / Leave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Tracks check-in and check-out time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9B036-DDD4-7E37-1BDC-7840B7720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919" y="1593529"/>
            <a:ext cx="4161082" cy="4303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ACB9C4-FF34-BFDF-3E22-254BB6D6A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494" y="2468022"/>
            <a:ext cx="4080871" cy="75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973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5B4E6-E84C-F03F-F351-049F3749E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Insertion (Departments)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9EE4F5-401C-E68F-63B0-3E84F5BD3A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0" y="2259495"/>
            <a:ext cx="3316223" cy="23856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09E812-0580-21F8-AE32-4719488FE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46" y="2259494"/>
            <a:ext cx="3453306" cy="2385657"/>
          </a:xfrm>
          <a:prstGeom prst="rect">
            <a:avLst/>
          </a:prstGeom>
        </p:spPr>
      </p:pic>
      <p:sp>
        <p:nvSpPr>
          <p:cNvPr id="18" name="Rectangle 6">
            <a:extLst>
              <a:ext uri="{FF2B5EF4-FFF2-40B4-BE49-F238E27FC236}">
                <a16:creationId xmlns:a16="http://schemas.microsoft.com/office/drawing/2014/main" id="{C10629C9-782D-B474-690D-410B12854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126" y="52799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Adds department records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values inserted in one query </a:t>
            </a:r>
          </a:p>
        </p:txBody>
      </p:sp>
    </p:spTree>
    <p:extLst>
      <p:ext uri="{BB962C8B-B14F-4D97-AF65-F5344CB8AC3E}">
        <p14:creationId xmlns:p14="http://schemas.microsoft.com/office/powerpoint/2010/main" val="256089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59509-10EC-354F-A0AE-B24D0E088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Insertion (Employees)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45BD41-8E65-020D-0630-A431609577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1648" y="5442314"/>
            <a:ext cx="730770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Inserts employee details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Links employee to department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8FEF42-1A43-D8A4-4735-E4449E4A5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0" y="1853248"/>
            <a:ext cx="3930709" cy="39135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6EA410-A775-8BA0-476D-9FFFAB12E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1645710"/>
            <a:ext cx="4258269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564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E814A-A124-90DD-1D21-2BA1030E2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Insertion (Attendance)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D8D009-CE40-6FF1-14C0-0909D48E3B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5636" y="5386036"/>
            <a:ext cx="781642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daily attendance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NULL used when absent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858648-1B73-2A66-DD53-8263B9B79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36" y="1853248"/>
            <a:ext cx="3223568" cy="29058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EAEDD9-F56B-DDA5-58A0-43AC454AA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533" y="2175280"/>
            <a:ext cx="5058481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720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1A15F-7AE7-5E51-0400-57F4953CB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Viewing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48E87-82C1-017D-F7DE-1A212C8D6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* FROM employees;</a:t>
            </a:r>
          </a:p>
          <a:p>
            <a:pPr marL="0" indent="0">
              <a:buNone/>
            </a:pPr>
            <a:r>
              <a:rPr lang="en-US" dirty="0"/>
              <a:t>Used to display all records </a:t>
            </a:r>
          </a:p>
          <a:p>
            <a:pPr marL="0" indent="0">
              <a:buNone/>
            </a:pPr>
            <a:r>
              <a:rPr lang="en-US" dirty="0"/>
              <a:t>Helps verify inserted data </a:t>
            </a:r>
          </a:p>
          <a:p>
            <a:endParaRPr lang="en-US" dirty="0"/>
          </a:p>
          <a:p>
            <a:r>
              <a:rPr lang="en-US" dirty="0"/>
              <a:t>SELECT * FROM attendance;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EDCFAB-4258-F861-299D-9D97FE193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00" y="4478667"/>
            <a:ext cx="5058481" cy="15242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16CF41-0EF6-0726-D2FE-07FA68E7B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439" y="1449066"/>
            <a:ext cx="3009571" cy="279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180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40BB1-9789-5BC8-267F-F60E0858B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Employee + Department + Status (JOIN)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BE5276-534E-3B97-F07E-28BA41CB17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1381" y="2356679"/>
            <a:ext cx="3607723" cy="16833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432C42-993A-05FA-5278-E8CB9562E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11" y="2356680"/>
            <a:ext cx="4087290" cy="168330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2503603B-4FC1-8E7C-A59A-259E96E3B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710" y="512064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tables using JOIN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Name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 Name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Attendance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539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C4C81-3B78-0518-B9AE-64E116B5E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Late Coming Employees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1B53802-8F8D-2910-DEF3-DAB2102DE9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710" y="2138338"/>
            <a:ext cx="4604512" cy="2001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C529BB-0C44-25CE-68FF-C9CEF0EA1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118" y="2100931"/>
            <a:ext cx="3006087" cy="1400530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8742D52A-97F3-516C-D023-234084237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978" y="51705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Finds employees who checked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9:15 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Name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Check-in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207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55DA4-0087-4617-CEFC-82B47C1EF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Employee Count per Department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BCADA3-AE1A-31E9-AEF5-DC71A907AF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5971" y="2300128"/>
            <a:ext cx="2716345" cy="12743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5A7E9C-5942-ABDE-67FF-3EF94A131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10" y="2300127"/>
            <a:ext cx="5279798" cy="2188746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12C1F439-8283-3055-715E-84E92ACB0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09" y="508738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Counts number of employees in each department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Groups data by department </a:t>
            </a:r>
          </a:p>
        </p:txBody>
      </p:sp>
    </p:spTree>
    <p:extLst>
      <p:ext uri="{BB962C8B-B14F-4D97-AF65-F5344CB8AC3E}">
        <p14:creationId xmlns:p14="http://schemas.microsoft.com/office/powerpoint/2010/main" val="2711972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E68E9-1BC0-CEC0-E7CC-8133AD789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Find employees with the latest joining date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D5EF10-CEF9-F35C-8C66-76A02C49CD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5583" y="3502729"/>
            <a:ext cx="2295845" cy="647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56787-A810-1286-23DF-764AE4D57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66" y="2225488"/>
            <a:ext cx="5153744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956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61FEC-93C8-3004-4D95-5DC22563B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employees with the earliest joining date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9B9C5C-4811-D338-81BD-C16A0BA5C8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6639" y="1853248"/>
            <a:ext cx="4810796" cy="752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FF2900-0179-D467-DB6B-B72247E1E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077" y="3162263"/>
            <a:ext cx="2295845" cy="533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F9CE06-237A-758D-8A24-F8B105464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077" y="3162263"/>
            <a:ext cx="2295845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463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3ED5F-AAFF-2B99-E27D-7CFDB13E7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department with maximum employees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86C813-040A-DF1E-7E03-F3C7221BAE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109" y="2022722"/>
            <a:ext cx="5222833" cy="20128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4FE60D-02DE-C938-E7C0-32257D783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450" y="2400156"/>
            <a:ext cx="2296028" cy="83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38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ADDDF-D698-71B0-6F96-5DA23FD2E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department with minimum employees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1268DFB-0BD0-8C38-A960-043262EF75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941" y="2085788"/>
            <a:ext cx="5351614" cy="21570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ECD5DE-8548-5D75-96F9-D7D5FBC6D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211" y="2573670"/>
            <a:ext cx="2703949" cy="85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34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64075-9BD1-72C8-B465-FD5ACB60F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Top 3 Departments by Employee Count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825E6A-7E66-2674-A1DD-8F8F583C75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3747" y="4700641"/>
            <a:ext cx="3150925" cy="1805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B76B96-3A85-B679-0556-50F16D9BB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977" y="2046404"/>
            <a:ext cx="5953796" cy="222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0341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08D2-DB82-667C-9B36-06EB8BBA2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Employees Who Took Leave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B8BCC9-6B3F-4E45-D733-BF8D92442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710" y="2112665"/>
            <a:ext cx="5136413" cy="15815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C9C47C-ED45-5463-44CA-DE97DD291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938" y="2185443"/>
            <a:ext cx="3025606" cy="1349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6F8FB0-8E88-FE1C-A382-AC170BFE3A35}"/>
              </a:ext>
            </a:extLst>
          </p:cNvPr>
          <p:cNvSpPr txBox="1"/>
          <p:nvPr/>
        </p:nvSpPr>
        <p:spPr>
          <a:xfrm>
            <a:off x="1659194" y="3128805"/>
            <a:ext cx="4989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attendance_management.sql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84323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Employee_Attendance_Project</Template>
  <TotalTime>0</TotalTime>
  <Words>500</Words>
  <Application>Microsoft Office PowerPoint</Application>
  <PresentationFormat>On-screen Show (4:3)</PresentationFormat>
  <Paragraphs>106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Arial Unicode MS</vt:lpstr>
      <vt:lpstr>Century Gothic</vt:lpstr>
      <vt:lpstr>Comfortaa Bold</vt:lpstr>
      <vt:lpstr>Raleway Medium</vt:lpstr>
      <vt:lpstr>Wingdings 3</vt:lpstr>
      <vt:lpstr>Ion</vt:lpstr>
      <vt:lpstr> Employee Attendance Management System </vt:lpstr>
      <vt:lpstr>Introduction</vt:lpstr>
      <vt:lpstr>Problem Statement </vt:lpstr>
      <vt:lpstr>Objectives</vt:lpstr>
      <vt:lpstr>ER Diagram</vt:lpstr>
      <vt:lpstr>Tools &amp; Technologies</vt:lpstr>
      <vt:lpstr>Database Overview</vt:lpstr>
      <vt:lpstr>Database Creation</vt:lpstr>
      <vt:lpstr>Departments Table</vt:lpstr>
      <vt:lpstr>Employees Table</vt:lpstr>
      <vt:lpstr>Attendance Table</vt:lpstr>
      <vt:lpstr>Data Insertion (Departments)</vt:lpstr>
      <vt:lpstr>Data Insertion (Employees)</vt:lpstr>
      <vt:lpstr>Data Insertion (Attendance)</vt:lpstr>
      <vt:lpstr>Viewing Data</vt:lpstr>
      <vt:lpstr>Employee + Department + Status (JOIN)</vt:lpstr>
      <vt:lpstr>Late Coming Employees</vt:lpstr>
      <vt:lpstr>Employee Count per Department</vt:lpstr>
      <vt:lpstr>Find employees with the latest joining date </vt:lpstr>
      <vt:lpstr>Find employees with the earliest joining date</vt:lpstr>
      <vt:lpstr>Find department with maximum employees</vt:lpstr>
      <vt:lpstr>Find department with minimum employees</vt:lpstr>
      <vt:lpstr>Find Top 3 Departments by Employee Count</vt:lpstr>
      <vt:lpstr>Find Employees Who Took Leave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sanika shahane</dc:creator>
  <cp:keywords/>
  <dc:description>generated using python-pptx</dc:description>
  <cp:lastModifiedBy>sanika shahane</cp:lastModifiedBy>
  <cp:revision>1</cp:revision>
  <dcterms:created xsi:type="dcterms:W3CDTF">2026-06-19T18:58:23Z</dcterms:created>
  <dcterms:modified xsi:type="dcterms:W3CDTF">2026-06-19T18:59:29Z</dcterms:modified>
  <cp:category/>
</cp:coreProperties>
</file>